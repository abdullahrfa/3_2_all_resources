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78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B9DC8-F072-4C95-AB3D-68F5C2F54E7D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4CFB1-330B-4CD0-B945-149A85987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64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0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7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47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5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1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1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1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DF3C8-7CB6-4F4A-9D4B-787D73EBCD4B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4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63403"/>
            <a:ext cx="7459116" cy="203863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Multidisciplinary Field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0367"/>
            <a:ext cx="10515600" cy="428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9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Interaction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330" y="1825625"/>
            <a:ext cx="101953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9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Models of Interaction?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643" y="1825625"/>
            <a:ext cx="8106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4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02" y="365125"/>
            <a:ext cx="6268325" cy="136226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5968" y="2129370"/>
            <a:ext cx="744006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6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03" y="718300"/>
            <a:ext cx="6011114" cy="61921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3809" y="1825625"/>
            <a:ext cx="9264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74" y="731520"/>
            <a:ext cx="7811590" cy="828791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3550" y="1825625"/>
            <a:ext cx="91049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6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571" y="674152"/>
            <a:ext cx="8059275" cy="114316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1583" y="1825625"/>
            <a:ext cx="102688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9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1390" y="3339214"/>
            <a:ext cx="6049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2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16" y="570642"/>
            <a:ext cx="8564170" cy="914528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9443" y="1825625"/>
            <a:ext cx="6273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8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3670" y="1825625"/>
            <a:ext cx="77246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5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994" y="1825625"/>
            <a:ext cx="8168012" cy="43513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49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44" y="665018"/>
            <a:ext cx="8316486" cy="81926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8979" y="1825625"/>
            <a:ext cx="77140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575" y="1825625"/>
            <a:ext cx="8464849" cy="43513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92" y="704697"/>
            <a:ext cx="905001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9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can be seen as a dialog between the computer and the user.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can have a profound effect on the nature of this dialog.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 number of common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Question/answer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query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dialog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Form-fills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WIMP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Three-dimensional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interfaces.</a:t>
            </a:r>
          </a:p>
        </p:txBody>
      </p:sp>
    </p:spTree>
    <p:extLst>
      <p:ext uri="{BB962C8B-B14F-4D97-AF65-F5344CB8AC3E}">
        <p14:creationId xmlns:p14="http://schemas.microsoft.com/office/powerpoint/2010/main" val="416086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line interface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interactive dialog style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commonly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and, in spite of the availability of menu-driven interfaces, it is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still widely used.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systems the command line is the only way of communicating with the system, especially for remote access using telnet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interfaces are powerful in that they offer direct access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must be remembered, as no cue is provided in the command line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indicate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command is needed.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therefore better for expert users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for novices.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commands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often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obscure and vary across systems, causing confusion to the user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88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menu-driven interface, the set of options available to the user is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screen, and selected using the mouse, or numeric or alphabetic keys.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are visible they are less demanding of the user, relying 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rather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recall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/>
              <a:t>However, menu options still need to be meaningful and logically grouped to aid recognition.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02" y="3716764"/>
            <a:ext cx="2453853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63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Perhaps the most attractive means of communicating with computers, at least at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glance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by natural language.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unable to remember a command or lost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hierarchy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menus, may long for the computer that is able to understand instructions expressed in everyday words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however, the ambiguity of natural language makes it very difficult for a machine to understand.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boy hit the dog with the stick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sure whether the boy is using the stick to hit the dog or whether the dog is holding the stick when it is hit.</a:t>
            </a:r>
          </a:p>
        </p:txBody>
      </p:sp>
    </p:spTree>
    <p:extLst>
      <p:ext uri="{BB962C8B-B14F-4D97-AF65-F5344CB8AC3E}">
        <p14:creationId xmlns:p14="http://schemas.microsoft.com/office/powerpoint/2010/main" val="101315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Question/answer and query dialog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 dialog is a simple mechanism for providing input to an application in a specific domain.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is asked a series of questions (mainly with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yes/no responses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multiple choice, or codes) and so is led through the interaction step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step.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this would be web questionnaires</a:t>
            </a:r>
          </a:p>
        </p:txBody>
      </p:sp>
    </p:spTree>
    <p:extLst>
      <p:ext uri="{BB962C8B-B14F-4D97-AF65-F5344CB8AC3E}">
        <p14:creationId xmlns:p14="http://schemas.microsoft.com/office/powerpoint/2010/main" val="2166602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Form-fills and spreadsheets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Form-filling interfaces are used primarily for data entry but can also be useful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data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applications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the form display is based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upon 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form with which the user is familiar, which makes the interface easier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works through the form, filling in appropriate values. The data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entered into the application in the correct place.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correction facilities, as users may change their minds or make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mistake about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that belongs in each field.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are a sophisticated variation of form filling. The spreadsheet comprises a grid of cells, each of which can contain a value or a formula</a:t>
            </a:r>
          </a:p>
        </p:txBody>
      </p:sp>
    </p:spTree>
    <p:extLst>
      <p:ext uri="{BB962C8B-B14F-4D97-AF65-F5344CB8AC3E}">
        <p14:creationId xmlns:p14="http://schemas.microsoft.com/office/powerpoint/2010/main" val="1949453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Form-fills and spreadsheets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4333" y="2019168"/>
            <a:ext cx="4229467" cy="31016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61" y="1927246"/>
            <a:ext cx="5372566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7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Point-and-click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multimedia systems and in web browsers, virtually all actions take only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single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of the mouse button.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point at a city on a map and when you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opens, showing you tourist information about the city.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point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in some text and when you click you see a definition of the word.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philosophy is simpler and more closely tied to ideas of hypertext.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the point-and-click style is not tied to mouse-based interfaces,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also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extensively used in touchscreen information systems.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case, it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combined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menu-driven interface.</a:t>
            </a:r>
          </a:p>
        </p:txBody>
      </p:sp>
    </p:spTree>
    <p:extLst>
      <p:ext uri="{BB962C8B-B14F-4D97-AF65-F5344CB8AC3E}">
        <p14:creationId xmlns:p14="http://schemas.microsoft.com/office/powerpoint/2010/main" val="217702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Three-dimensional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increasing use of three-dimensional effects in user interfaces.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obvious example is virtual reality, but VR is only part of a range of 3D techniques available to the interface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complex technique uses interfaces with 3D workspaces.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displayed in such systems are usually flat, but are displayed in perspective when at an angle to the viewer and shrink when they are ‘further away’.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091" y="4417089"/>
            <a:ext cx="3482642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10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WIMP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many common environments for interactive computing are examples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WIMP interface style, often simply called windowing systems.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WIMP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windows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icons, menus and pointers (sometimes windows, icons, mice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pull-down menus).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WIMP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include Microsoft Windows for IBM PC compatibles,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Apple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Macintosh compatibles and various X Windows-based systems for UNIX.</a:t>
            </a:r>
          </a:p>
        </p:txBody>
      </p:sp>
    </p:spTree>
    <p:extLst>
      <p:ext uri="{BB962C8B-B14F-4D97-AF65-F5344CB8AC3E}">
        <p14:creationId xmlns:p14="http://schemas.microsoft.com/office/powerpoint/2010/main" val="1191987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THE WIMP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areas of the screen that behave as if they were independent terminals in their own right. A window can usually contain text or graphics, and can be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moved 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one window can be on a screen at once, allowing separate tasks to be visible at the same time. </a:t>
            </a:r>
            <a:endParaRPr lang="en-US" sz="2000" dirty="0"/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can be closed and lost for ever, or they can be shrunk to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some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representation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picture is used to represent a closed window,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is known as an icon.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6" y="3564104"/>
            <a:ext cx="3451566" cy="179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82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is an important component of the WIMP interface, since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style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by WIMP relies very much on pointing and selecting things such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icons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 provides an input device capable of such tasks, although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joysticks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trackballs are other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90" y="3709569"/>
            <a:ext cx="4275190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68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main feature of windowing systems is the menu, an interaction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common across many non-windowing systems as well.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presents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choice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operations or services that can be performed by the system at a given time.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208" y="3473754"/>
            <a:ext cx="3627434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5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1052</Words>
  <Application>Microsoft Office PowerPoint</Application>
  <PresentationFormat>Widescreen</PresentationFormat>
  <Paragraphs>77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Working in Multidisciplinary Field</vt:lpstr>
      <vt:lpstr>Models of Interaction</vt:lpstr>
      <vt:lpstr>Why Models of Interaction?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INTERACTION STYLES</vt:lpstr>
      <vt:lpstr>Command line interface</vt:lpstr>
      <vt:lpstr>Menus</vt:lpstr>
      <vt:lpstr>Natural language</vt:lpstr>
      <vt:lpstr>Question/answer and query dialog</vt:lpstr>
      <vt:lpstr>Form-fills and spreadsheets</vt:lpstr>
      <vt:lpstr>Form-fills and spreadsheets</vt:lpstr>
      <vt:lpstr>Point-and-click interfaces</vt:lpstr>
      <vt:lpstr>Three-dimensional interfaces</vt:lpstr>
      <vt:lpstr>The WIMP interface</vt:lpstr>
      <vt:lpstr>ELEMENTS OF THE WIMP INTERFACE</vt:lpstr>
      <vt:lpstr>Pointers</vt:lpstr>
      <vt:lpstr>Menus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CSEJU</dc:creator>
  <cp:lastModifiedBy>Microsoft account</cp:lastModifiedBy>
  <cp:revision>12</cp:revision>
  <cp:lastPrinted>2023-11-21T10:15:40Z</cp:lastPrinted>
  <dcterms:created xsi:type="dcterms:W3CDTF">2023-11-21T09:41:18Z</dcterms:created>
  <dcterms:modified xsi:type="dcterms:W3CDTF">2025-02-18T05:04:53Z</dcterms:modified>
</cp:coreProperties>
</file>