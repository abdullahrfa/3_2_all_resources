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079CC-ABDA-4CF4-BA9D-1B4DA1D3422A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6BE0-D397-4990-AC55-9AE32996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995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079CC-ABDA-4CF4-BA9D-1B4DA1D3422A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6BE0-D397-4990-AC55-9AE32996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69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079CC-ABDA-4CF4-BA9D-1B4DA1D3422A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6BE0-D397-4990-AC55-9AE32996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80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079CC-ABDA-4CF4-BA9D-1B4DA1D3422A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6BE0-D397-4990-AC55-9AE32996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76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079CC-ABDA-4CF4-BA9D-1B4DA1D3422A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6BE0-D397-4990-AC55-9AE32996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345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079CC-ABDA-4CF4-BA9D-1B4DA1D3422A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6BE0-D397-4990-AC55-9AE32996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94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079CC-ABDA-4CF4-BA9D-1B4DA1D3422A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6BE0-D397-4990-AC55-9AE32996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2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079CC-ABDA-4CF4-BA9D-1B4DA1D3422A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6BE0-D397-4990-AC55-9AE32996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2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079CC-ABDA-4CF4-BA9D-1B4DA1D3422A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6BE0-D397-4990-AC55-9AE32996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714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079CC-ABDA-4CF4-BA9D-1B4DA1D3422A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6BE0-D397-4990-AC55-9AE32996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34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079CC-ABDA-4CF4-BA9D-1B4DA1D3422A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6BE0-D397-4990-AC55-9AE32996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680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079CC-ABDA-4CF4-BA9D-1B4DA1D3422A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96BE0-D397-4990-AC55-9AE32996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331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807" y="2184245"/>
            <a:ext cx="8440328" cy="181000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519" y="1038420"/>
            <a:ext cx="4191585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832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Outline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3643" y="1690688"/>
            <a:ext cx="48151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714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6996" y="1459865"/>
            <a:ext cx="882237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394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5240" y="1210483"/>
            <a:ext cx="81899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545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3802" y="1052541"/>
            <a:ext cx="854250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8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4326" y="1276985"/>
            <a:ext cx="77684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38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8390" y="1243734"/>
            <a:ext cx="82735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59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3780" y="1202171"/>
            <a:ext cx="82926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02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9386" y="1268672"/>
            <a:ext cx="814384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815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4897" y="1218796"/>
            <a:ext cx="826294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257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1811" y="1501429"/>
            <a:ext cx="749224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050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4876" y="1235421"/>
            <a:ext cx="82299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198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8670" y="1160607"/>
            <a:ext cx="814840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62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0209" y="1210483"/>
            <a:ext cx="76626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277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</Words>
  <Application>Microsoft Office PowerPoint</Application>
  <PresentationFormat>Widescreen</PresentationFormat>
  <Paragraphs>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Course 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CSEJU</dc:creator>
  <cp:lastModifiedBy>CSEJU</cp:lastModifiedBy>
  <cp:revision>5</cp:revision>
  <dcterms:created xsi:type="dcterms:W3CDTF">2023-12-15T05:09:10Z</dcterms:created>
  <dcterms:modified xsi:type="dcterms:W3CDTF">2025-02-02T05:56:12Z</dcterms:modified>
</cp:coreProperties>
</file>