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7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57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6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0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6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1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36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58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8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C39AC-92CE-4621-B588-35207B2D065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E0B4-D2D9-4E42-AA62-B41512060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82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Techniques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314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4654" y="1110731"/>
            <a:ext cx="75335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3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9047" y="919537"/>
            <a:ext cx="8256407" cy="487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5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2735" y="1119043"/>
            <a:ext cx="8642198" cy="453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4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952" y="1143981"/>
            <a:ext cx="8867963" cy="47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93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468" y="1193858"/>
            <a:ext cx="8407852" cy="459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85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166" y="927851"/>
            <a:ext cx="9140026" cy="482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4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809" y="1143980"/>
            <a:ext cx="8715414" cy="468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8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188" y="1085792"/>
            <a:ext cx="8572387" cy="449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1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553" y="1085793"/>
            <a:ext cx="8132002" cy="457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27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512" y="1276984"/>
            <a:ext cx="8493615" cy="461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Jakob</a:t>
            </a:r>
            <a:r>
              <a:rPr lang="en-US" b="1" dirty="0"/>
              <a:t> Nielsen's 10 Heuristics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Jakob</a:t>
            </a:r>
            <a:r>
              <a:rPr lang="en-US" dirty="0"/>
              <a:t> Nielsen's 10 Heuristics </a:t>
            </a:r>
            <a:r>
              <a:rPr lang="en-US" b="1" dirty="0"/>
              <a:t>for User Interface Design</a:t>
            </a:r>
            <a:r>
              <a:rPr lang="en-US" dirty="0"/>
              <a:t>, which are a set of general principles for usability and UX evaluation. These heuristics help identify usability issues in interfaces without requiring user testing. Here they are:</a:t>
            </a:r>
          </a:p>
          <a:p>
            <a:pPr marL="0" indent="0">
              <a:buNone/>
            </a:pPr>
            <a:r>
              <a:rPr lang="en-US" b="1" dirty="0" smtClean="0"/>
              <a:t>1. Visibility </a:t>
            </a:r>
            <a:r>
              <a:rPr lang="en-US" b="1" dirty="0"/>
              <a:t>of System Status</a:t>
            </a:r>
            <a:endParaRPr lang="en-US" dirty="0"/>
          </a:p>
          <a:p>
            <a:pPr lvl="1"/>
            <a:r>
              <a:rPr lang="en-US" dirty="0"/>
              <a:t>Keep users informed about what’s happening through feedback and status updates.</a:t>
            </a:r>
          </a:p>
          <a:p>
            <a:pPr lvl="1"/>
            <a:r>
              <a:rPr lang="en-US" dirty="0"/>
              <a:t>Example: A progress bar during file </a:t>
            </a:r>
            <a:r>
              <a:rPr lang="en-US" dirty="0" smtClean="0"/>
              <a:t>upload.</a:t>
            </a:r>
          </a:p>
          <a:p>
            <a:pPr marL="0" indent="0">
              <a:buNone/>
            </a:pPr>
            <a:r>
              <a:rPr lang="en-US" b="1" dirty="0" smtClean="0"/>
              <a:t>2. Match Between System and the Real World</a:t>
            </a:r>
            <a:endParaRPr lang="en-US" dirty="0" smtClean="0"/>
          </a:p>
          <a:p>
            <a:pPr lvl="1"/>
            <a:r>
              <a:rPr lang="en-US" dirty="0" smtClean="0"/>
              <a:t>Use </a:t>
            </a:r>
            <a:r>
              <a:rPr lang="en-US" dirty="0"/>
              <a:t>familiar concepts, language, and metaphors that users understand.</a:t>
            </a:r>
          </a:p>
          <a:p>
            <a:pPr lvl="1"/>
            <a:r>
              <a:rPr lang="en-US" dirty="0"/>
              <a:t>Example: A trash bin icon for deleted </a:t>
            </a:r>
            <a:r>
              <a:rPr lang="en-US" dirty="0" smtClean="0"/>
              <a:t>files.</a:t>
            </a:r>
          </a:p>
          <a:p>
            <a:pPr marL="0" indent="0">
              <a:buNone/>
            </a:pPr>
            <a:r>
              <a:rPr lang="en-US" b="1" dirty="0" smtClean="0"/>
              <a:t>3. User Control and Freedom</a:t>
            </a:r>
            <a:endParaRPr lang="en-US" dirty="0" smtClean="0"/>
          </a:p>
          <a:p>
            <a:pPr lvl="1"/>
            <a:r>
              <a:rPr lang="en-US" dirty="0" smtClean="0"/>
              <a:t>Users </a:t>
            </a:r>
            <a:r>
              <a:rPr lang="en-US" dirty="0"/>
              <a:t>should be able to undo actions or exit processes easily.</a:t>
            </a:r>
          </a:p>
          <a:p>
            <a:pPr lvl="1"/>
            <a:r>
              <a:rPr lang="en-US" dirty="0"/>
              <a:t>Example: A cancel button on a form or an undo option in text editing.</a:t>
            </a:r>
          </a:p>
          <a:p>
            <a:pPr marL="0" indent="0">
              <a:buNone/>
            </a:pPr>
            <a:r>
              <a:rPr lang="en-US" b="1" dirty="0" smtClean="0"/>
              <a:t>4. Consistency </a:t>
            </a:r>
            <a:r>
              <a:rPr lang="en-US" b="1" dirty="0"/>
              <a:t>and Standards</a:t>
            </a:r>
            <a:endParaRPr lang="en-US" dirty="0"/>
          </a:p>
          <a:p>
            <a:pPr lvl="1"/>
            <a:r>
              <a:rPr lang="en-US" dirty="0"/>
              <a:t>Stick to common conventions and avoid making users guess.</a:t>
            </a:r>
          </a:p>
          <a:p>
            <a:pPr lvl="1"/>
            <a:r>
              <a:rPr lang="en-US" dirty="0"/>
              <a:t>Example: Using standard icons like a gear for settings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5566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Jakob</a:t>
            </a:r>
            <a:r>
              <a:rPr lang="en-US" b="1" dirty="0"/>
              <a:t> Nielsen's 10 Heuristics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Error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likelihood of user errors through clear instructions and confirmations.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confirmation message before deleting a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Recognition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Recall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need for users to remember information by making options visible.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Autofill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suggestions in search bars.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Flexibility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Efficiency of Use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both beginners and advanced users to navigate efficiently (e.g., shortcuts).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Keyboard shortcuts in software like Ctrl + C for copy.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Aesthetic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Minimalist Design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unnecessary clutter and keep the interface simple.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Clean dashboard designs with only essential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3887739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Jakob</a:t>
            </a:r>
            <a:r>
              <a:rPr lang="en-US" b="1" dirty="0"/>
              <a:t> Nielsen's 10 Heuristics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 Help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Recognize, Diagnose, and Recover from Errors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clear error messages and suggest solutions.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"Incorrect password" instead of a vague "Login failed."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Help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Documentation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accessible and easy-to-follow help documentation when needed.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guided tour for new users or an FAQ section.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heuristics are widely used in UX design and usability testing to evaluate the effectiveness of digital products.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50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363</Words>
  <Application>Microsoft Office PowerPoint</Application>
  <PresentationFormat>Widescreen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Evaluation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Jakob Nielsen's 10 Heuristics</vt:lpstr>
      <vt:lpstr>Jakob Nielsen's 10 Heuristics</vt:lpstr>
      <vt:lpstr>Jakob Nielsen's 10 Heuristics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Techniques</dc:title>
  <dc:creator>CSEJU</dc:creator>
  <cp:lastModifiedBy>Microsoft account</cp:lastModifiedBy>
  <cp:revision>3</cp:revision>
  <dcterms:created xsi:type="dcterms:W3CDTF">2024-03-20T08:55:27Z</dcterms:created>
  <dcterms:modified xsi:type="dcterms:W3CDTF">2025-03-17T18:12:00Z</dcterms:modified>
</cp:coreProperties>
</file>