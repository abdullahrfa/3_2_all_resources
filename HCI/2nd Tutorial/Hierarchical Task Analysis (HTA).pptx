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6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7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75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3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60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5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9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4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5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8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7DC0D-1BE6-4D9A-BE51-5D9157DCA15C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7D892-0160-40D0-8CC4-B90510096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2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Task Analysis (HTA)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61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1256" y="986039"/>
            <a:ext cx="75198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86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184" y="911225"/>
            <a:ext cx="97676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8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7800" y="1069167"/>
            <a:ext cx="81354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2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Execution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6875"/>
            <a:ext cx="10515600" cy="465008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Analysis (HTA) is a structured method for analyzing tasks by breaking them down into subtasks, goals, and plans. Here's an explanation of the six steps 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execution: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Define Task Being Analyzed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task that needs to be analyzed.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purpose of the task analysis and why it is being performed.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sets the foundation for breaking down the task effectively.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Conduct Data Collection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relevant information about the task.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factors such as technology, machine and team member interaction, decision-making, and task constraints to gain a deeper understanding.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Observations, interviews, and document analysis may be used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4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Determine the Overall Goal of the Task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the ultimate objective of the task.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this goal at the top of the task hierarchy as a starting point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Determine Task Sub-Goals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the overall goal into smaller, manageable sub-goals.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sub-goal represents a critical step toward achieving the main goal.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 Sub-Goal Decomposition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decompose sub-goals into smaller sub-goals or specific operations.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breaking down the task until you reach the lowest level of operations (specific actions needed to complete the task).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understanding the detailed steps required to achieve each sub-goal.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Develop Plans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all sub-goals and operations are defined, create plans to describe how they should be executed.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Plans specify the sequence and conditions for completing tasks.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formats include:</a:t>
            </a:r>
          </a:p>
          <a:p>
            <a:pPr lvl="1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 A, then do B, then do C"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(sequential steps)</a:t>
            </a:r>
          </a:p>
          <a:p>
            <a:pPr lvl="1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"Do A, or do B and do C"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(parallel or conditional actions)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widely used in human factors, user experience (UX) research, and process optimization to improve workflows, training, and system efficiency.</a:t>
            </a:r>
          </a:p>
        </p:txBody>
      </p:sp>
    </p:spTree>
    <p:extLst>
      <p:ext uri="{BB962C8B-B14F-4D97-AF65-F5344CB8AC3E}">
        <p14:creationId xmlns:p14="http://schemas.microsoft.com/office/powerpoint/2010/main" val="91660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347" y="1160607"/>
            <a:ext cx="75693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219" y="1102418"/>
            <a:ext cx="81925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0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992" y="686782"/>
            <a:ext cx="7172123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4651" y="1044229"/>
            <a:ext cx="81234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5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047" y="836410"/>
            <a:ext cx="8440564" cy="455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9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259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Hierarchical Task Analysis (HTA)</vt:lpstr>
      <vt:lpstr>PowerPoint Presentation</vt:lpstr>
      <vt:lpstr>PowerPoint Presentation</vt:lpstr>
      <vt:lpstr>PowerPoint Presentation</vt:lpstr>
      <vt:lpstr>Steps of Execution</vt:lpstr>
      <vt:lpstr>Steps of Execution</vt:lpstr>
      <vt:lpstr>Steps of Execution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Task Analysis (HTA)</dc:title>
  <dc:creator>CSEJU</dc:creator>
  <cp:lastModifiedBy>Microsoft account</cp:lastModifiedBy>
  <cp:revision>3</cp:revision>
  <dcterms:created xsi:type="dcterms:W3CDTF">2024-01-08T10:34:01Z</dcterms:created>
  <dcterms:modified xsi:type="dcterms:W3CDTF">2025-03-06T15:39:06Z</dcterms:modified>
</cp:coreProperties>
</file>