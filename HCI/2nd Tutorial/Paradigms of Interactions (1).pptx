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5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96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8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8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5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8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11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13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7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7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08834-DD9D-467E-91E6-7D37EFD92017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67A22-647F-4D5B-B05B-B6E3D048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6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Paradigms of Interactions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43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349" y="1069167"/>
            <a:ext cx="79283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8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558" y="1501428"/>
            <a:ext cx="8042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6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7811" y="1260359"/>
            <a:ext cx="8397142" cy="450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4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269" y="1193857"/>
            <a:ext cx="9940019" cy="487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7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294" y="1160607"/>
            <a:ext cx="81726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0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483" y="1227107"/>
            <a:ext cx="8900096" cy="464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90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0461" y="1077479"/>
            <a:ext cx="8757771" cy="47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5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165" y="996465"/>
            <a:ext cx="8652874" cy="460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3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1469" y="1130531"/>
            <a:ext cx="8942381" cy="47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7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730" y="1010977"/>
            <a:ext cx="82839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38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Paradigms of Interactions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Paradigms of Interactions</dc:title>
  <dc:creator>CSEJU</dc:creator>
  <cp:lastModifiedBy>Microsoft account</cp:lastModifiedBy>
  <cp:revision>3</cp:revision>
  <dcterms:created xsi:type="dcterms:W3CDTF">2023-12-03T08:48:42Z</dcterms:created>
  <dcterms:modified xsi:type="dcterms:W3CDTF">2025-02-17T17:21:51Z</dcterms:modified>
</cp:coreProperties>
</file>