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39403-62F2-4559-B181-09F7D6384B19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09B79-729F-4D81-B2F8-5E24E54F4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816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39403-62F2-4559-B181-09F7D6384B19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09B79-729F-4D81-B2F8-5E24E54F4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463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39403-62F2-4559-B181-09F7D6384B19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09B79-729F-4D81-B2F8-5E24E54F4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628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39403-62F2-4559-B181-09F7D6384B19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09B79-729F-4D81-B2F8-5E24E54F4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844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39403-62F2-4559-B181-09F7D6384B19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09B79-729F-4D81-B2F8-5E24E54F4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111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39403-62F2-4559-B181-09F7D6384B19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09B79-729F-4D81-B2F8-5E24E54F4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603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39403-62F2-4559-B181-09F7D6384B19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09B79-729F-4D81-B2F8-5E24E54F4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750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39403-62F2-4559-B181-09F7D6384B19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09B79-729F-4D81-B2F8-5E24E54F4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996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39403-62F2-4559-B181-09F7D6384B19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09B79-729F-4D81-B2F8-5E24E54F4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781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39403-62F2-4559-B181-09F7D6384B19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09B79-729F-4D81-B2F8-5E24E54F4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898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39403-62F2-4559-B181-09F7D6384B19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09B79-729F-4D81-B2F8-5E24E54F4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309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B39403-62F2-4559-B181-09F7D6384B19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C09B79-729F-4D81-B2F8-5E24E54F4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912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Model View Controller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657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31487" y="1235422"/>
            <a:ext cx="829627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073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2110" y="911225"/>
            <a:ext cx="8234726" cy="4547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914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3257" y="977725"/>
            <a:ext cx="8896595" cy="4658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531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2824" y="936163"/>
            <a:ext cx="8720340" cy="4807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258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9784" y="1027602"/>
            <a:ext cx="8451328" cy="4708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190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1864" y="1035916"/>
            <a:ext cx="8558497" cy="4749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075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9631" y="1069168"/>
            <a:ext cx="780509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2420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5331" y="1326861"/>
            <a:ext cx="9401078" cy="4516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5620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8513" y="952789"/>
            <a:ext cx="9390024" cy="450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6787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5588" y="919537"/>
            <a:ext cx="8768188" cy="475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8082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6866" y="744971"/>
            <a:ext cx="9651738" cy="4915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3330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3</Words>
  <Application>Microsoft Office PowerPoint</Application>
  <PresentationFormat>Widescreen</PresentationFormat>
  <Paragraphs>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Model View Controller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 View Controller</dc:title>
  <dc:creator>CSEJU</dc:creator>
  <cp:lastModifiedBy>CSEJU</cp:lastModifiedBy>
  <cp:revision>4</cp:revision>
  <cp:lastPrinted>2023-12-20T06:30:37Z</cp:lastPrinted>
  <dcterms:created xsi:type="dcterms:W3CDTF">2023-12-20T05:10:18Z</dcterms:created>
  <dcterms:modified xsi:type="dcterms:W3CDTF">2023-12-20T06:35:12Z</dcterms:modified>
</cp:coreProperties>
</file>