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4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3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4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5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8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8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1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0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AF2E-286E-437A-A771-09AC80B0F735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7DF18-3367-444D-B669-DF164E8A6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5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Prototyping in HCI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633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073" y="1094105"/>
            <a:ext cx="84389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1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360" y="1235421"/>
            <a:ext cx="79313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7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7693" y="911225"/>
            <a:ext cx="8041010" cy="52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7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0972" y="1094104"/>
            <a:ext cx="8693180" cy="491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2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502" y="1343486"/>
            <a:ext cx="96842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3115" y="1218796"/>
            <a:ext cx="84298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2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996" y="944476"/>
            <a:ext cx="74432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06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620" y="1152294"/>
            <a:ext cx="85744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46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949" y="1019290"/>
            <a:ext cx="73184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6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rototyping Technique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50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068" y="1360113"/>
            <a:ext cx="78261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13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885" y="1035916"/>
            <a:ext cx="8105444" cy="465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34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542" y="761595"/>
            <a:ext cx="8684538" cy="46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58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226" y="1119044"/>
            <a:ext cx="8709930" cy="46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7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9550" y="1193858"/>
            <a:ext cx="8788391" cy="45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2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286" y="803160"/>
            <a:ext cx="9293231" cy="509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139" y="2451620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Rapid Prototyping 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79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248" y="1102417"/>
            <a:ext cx="9027483" cy="478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62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282" y="919538"/>
            <a:ext cx="9197449" cy="50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34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8478" y="977725"/>
            <a:ext cx="8315323" cy="479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21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097" y="869662"/>
            <a:ext cx="9226885" cy="52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93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631" y="911224"/>
            <a:ext cx="9899824" cy="47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04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</Words>
  <Application>Microsoft Office PowerPoint</Application>
  <PresentationFormat>Widescreen</PresentationFormat>
  <Paragraphs>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Introduction of Prototyping in HCI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Prototyping Technique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Rapid Prototyping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of Prototyping in HCI</dc:title>
  <dc:creator>CSEJU</dc:creator>
  <cp:lastModifiedBy>Microsoft account</cp:lastModifiedBy>
  <cp:revision>3</cp:revision>
  <dcterms:created xsi:type="dcterms:W3CDTF">2023-12-15T05:23:17Z</dcterms:created>
  <dcterms:modified xsi:type="dcterms:W3CDTF">2025-02-01T18:39:21Z</dcterms:modified>
</cp:coreProperties>
</file>