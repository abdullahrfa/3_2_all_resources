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F3CC7-9976-4A7E-B7DF-E2F554A88E31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30585-AA45-4132-901C-8D320609C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49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F3CC7-9976-4A7E-B7DF-E2F554A88E31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30585-AA45-4132-901C-8D320609C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609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F3CC7-9976-4A7E-B7DF-E2F554A88E31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30585-AA45-4132-901C-8D320609C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080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F3CC7-9976-4A7E-B7DF-E2F554A88E31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30585-AA45-4132-901C-8D320609C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837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F3CC7-9976-4A7E-B7DF-E2F554A88E31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30585-AA45-4132-901C-8D320609C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563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F3CC7-9976-4A7E-B7DF-E2F554A88E31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30585-AA45-4132-901C-8D320609C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639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F3CC7-9976-4A7E-B7DF-E2F554A88E31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30585-AA45-4132-901C-8D320609C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510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F3CC7-9976-4A7E-B7DF-E2F554A88E31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30585-AA45-4132-901C-8D320609C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677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F3CC7-9976-4A7E-B7DF-E2F554A88E31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30585-AA45-4132-901C-8D320609C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587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F3CC7-9976-4A7E-B7DF-E2F554A88E31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30585-AA45-4132-901C-8D320609C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439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F3CC7-9976-4A7E-B7DF-E2F554A88E31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30585-AA45-4132-901C-8D320609C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568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CF3CC7-9976-4A7E-B7DF-E2F554A88E31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A30585-AA45-4132-901C-8D320609C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623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806335"/>
            <a:ext cx="8517775" cy="1582794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Ergonomics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7644" y="2212873"/>
            <a:ext cx="5112327" cy="3543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597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6087" y="1825625"/>
            <a:ext cx="942786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468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6662" y="1825625"/>
            <a:ext cx="853707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235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253" y="1053267"/>
            <a:ext cx="6813300" cy="5316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233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193" y="863208"/>
            <a:ext cx="6261412" cy="5271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101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8800" y="1160606"/>
            <a:ext cx="7292122" cy="503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129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7324" y="1069167"/>
            <a:ext cx="8320334" cy="4932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183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7434" y="994351"/>
            <a:ext cx="8461213" cy="4573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621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7261" y="906087"/>
            <a:ext cx="8977345" cy="4738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416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5946" y="1035915"/>
            <a:ext cx="8604296" cy="4899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818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9870" y="755097"/>
            <a:ext cx="7036756" cy="502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44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</Words>
  <Application>Microsoft Office PowerPoint</Application>
  <PresentationFormat>Widescreen</PresentationFormat>
  <Paragraphs>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Ergonomics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Ergonomics</dc:title>
  <dc:creator>CSEJU</dc:creator>
  <cp:lastModifiedBy>CSEJU</cp:lastModifiedBy>
  <cp:revision>4</cp:revision>
  <dcterms:created xsi:type="dcterms:W3CDTF">2023-11-30T09:41:37Z</dcterms:created>
  <dcterms:modified xsi:type="dcterms:W3CDTF">2023-12-04T09:36:22Z</dcterms:modified>
</cp:coreProperties>
</file>