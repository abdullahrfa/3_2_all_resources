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73" r:id="rId6"/>
    <p:sldId id="260" r:id="rId7"/>
    <p:sldId id="274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75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8" d="100"/>
          <a:sy n="88" d="100"/>
        </p:scale>
        <p:origin x="41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8F435-EE60-4885-9082-03DFBE462DA5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25DF9-DC17-4806-8922-1F61E2717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650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8F435-EE60-4885-9082-03DFBE462DA5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25DF9-DC17-4806-8922-1F61E2717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895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8F435-EE60-4885-9082-03DFBE462DA5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25DF9-DC17-4806-8922-1F61E2717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10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8F435-EE60-4885-9082-03DFBE462DA5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25DF9-DC17-4806-8922-1F61E2717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677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8F435-EE60-4885-9082-03DFBE462DA5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25DF9-DC17-4806-8922-1F61E2717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945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8F435-EE60-4885-9082-03DFBE462DA5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25DF9-DC17-4806-8922-1F61E2717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825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8F435-EE60-4885-9082-03DFBE462DA5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25DF9-DC17-4806-8922-1F61E2717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510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8F435-EE60-4885-9082-03DFBE462DA5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25DF9-DC17-4806-8922-1F61E2717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263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8F435-EE60-4885-9082-03DFBE462DA5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25DF9-DC17-4806-8922-1F61E2717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593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8F435-EE60-4885-9082-03DFBE462DA5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25DF9-DC17-4806-8922-1F61E2717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044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8F435-EE60-4885-9082-03DFBE462DA5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25DF9-DC17-4806-8922-1F61E2717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291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48F435-EE60-4885-9082-03DFBE462DA5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C25DF9-DC17-4806-8922-1F61E2717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658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of Design and Interaction Design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5684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3472" y="994352"/>
            <a:ext cx="715040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180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380" y="906087"/>
            <a:ext cx="8636013" cy="4580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830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81887" y="1210484"/>
            <a:ext cx="7998071" cy="482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795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4520" y="1177232"/>
            <a:ext cx="753593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99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38813" y="1409989"/>
            <a:ext cx="736474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397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332" y="631770"/>
            <a:ext cx="8911243" cy="2045076"/>
          </a:xfrm>
          <a:prstGeom prst="rect">
            <a:avLst/>
          </a:prstGeom>
        </p:spPr>
      </p:pic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19452" y="2593571"/>
            <a:ext cx="7781005" cy="3494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978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7351" y="1044228"/>
            <a:ext cx="8751841" cy="4924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161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8077" y="919538"/>
            <a:ext cx="9649801" cy="4699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31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2158" y="1197033"/>
            <a:ext cx="9063627" cy="4979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718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0836" y="952789"/>
            <a:ext cx="9658600" cy="502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83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5952" y="803159"/>
            <a:ext cx="9495382" cy="4766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792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3335" y="952789"/>
            <a:ext cx="9799133" cy="4708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1946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0505" y="952789"/>
            <a:ext cx="770259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0883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6558" y="961101"/>
            <a:ext cx="8179279" cy="4974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0086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Shneiderman’s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8 Golden Rule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0240" y="1825625"/>
            <a:ext cx="792777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8223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9280" y="1255222"/>
            <a:ext cx="9439458" cy="492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9516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3165" y="1124245"/>
            <a:ext cx="8393700" cy="4553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0121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3566" y="886287"/>
            <a:ext cx="9730254" cy="501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5704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0639" y="877973"/>
            <a:ext cx="9603002" cy="504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000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3217" y="844724"/>
            <a:ext cx="9424729" cy="5190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2834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6792" y="936163"/>
            <a:ext cx="9460085" cy="4832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9621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2961" y="1110730"/>
            <a:ext cx="9409775" cy="478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2480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9802" y="1193857"/>
            <a:ext cx="8848650" cy="4533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9998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6053" y="936163"/>
            <a:ext cx="8666073" cy="4832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6605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0519" y="961101"/>
            <a:ext cx="9325227" cy="4924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2151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1563403"/>
            <a:ext cx="7459116" cy="2038635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491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Working in Multidisciplinary Field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60367"/>
            <a:ext cx="10515600" cy="4281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3927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Models of Interaction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8330" y="1825625"/>
            <a:ext cx="1019533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4726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Why Models of Interaction?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2643" y="1825625"/>
            <a:ext cx="810671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7138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302" y="365125"/>
            <a:ext cx="6268325" cy="1362265"/>
          </a:xfrm>
          <a:prstGeom prst="rect">
            <a:avLst/>
          </a:prstGeom>
        </p:spPr>
      </p:pic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75968" y="2129370"/>
            <a:ext cx="7440063" cy="374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846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003" y="718300"/>
            <a:ext cx="6011114" cy="619211"/>
          </a:xfrm>
          <a:prstGeom prst="rect">
            <a:avLst/>
          </a:prstGeom>
        </p:spPr>
      </p:pic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63809" y="1825625"/>
            <a:ext cx="926438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2785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374" y="731520"/>
            <a:ext cx="7811590" cy="828791"/>
          </a:xfrm>
          <a:prstGeom prst="rect">
            <a:avLst/>
          </a:prstGeom>
        </p:spPr>
      </p:pic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43550" y="1825625"/>
            <a:ext cx="910490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5511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571" y="674152"/>
            <a:ext cx="8059275" cy="1143160"/>
          </a:xfrm>
          <a:prstGeom prst="rect">
            <a:avLst/>
          </a:prstGeom>
        </p:spPr>
      </p:pic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61583" y="1825625"/>
            <a:ext cx="1026883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3894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71390" y="3339214"/>
            <a:ext cx="6049219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7474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0116" y="570642"/>
            <a:ext cx="8564170" cy="914528"/>
          </a:xfrm>
          <a:prstGeom prst="rect">
            <a:avLst/>
          </a:prstGeom>
        </p:spPr>
      </p:pic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959443" y="1825625"/>
            <a:ext cx="627311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6126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7069" y="766634"/>
            <a:ext cx="6839905" cy="924054"/>
          </a:xfrm>
          <a:prstGeom prst="rect">
            <a:avLst/>
          </a:prstGeom>
        </p:spPr>
      </p:pic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33670" y="1825625"/>
            <a:ext cx="772466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4546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1994" y="1825625"/>
            <a:ext cx="8168012" cy="435133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7069" y="766634"/>
            <a:ext cx="6839905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5961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3244" y="665018"/>
            <a:ext cx="8316486" cy="819264"/>
          </a:xfrm>
          <a:prstGeom prst="rect">
            <a:avLst/>
          </a:prstGeom>
        </p:spPr>
      </p:pic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38979" y="1825625"/>
            <a:ext cx="771404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5554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3575" y="1825625"/>
            <a:ext cx="8464849" cy="435133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992" y="704697"/>
            <a:ext cx="9050013" cy="94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19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22</Words>
  <Application>Microsoft Office PowerPoint</Application>
  <PresentationFormat>Widescreen</PresentationFormat>
  <Paragraphs>5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Arial</vt:lpstr>
      <vt:lpstr>Calibri</vt:lpstr>
      <vt:lpstr>Calibri Light</vt:lpstr>
      <vt:lpstr>Times New Roman</vt:lpstr>
      <vt:lpstr>Office Theme</vt:lpstr>
      <vt:lpstr>Introduction of Design and Interaction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Shneiderman’s 8 Golden Rule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Working in Multidisciplinary Field</vt:lpstr>
      <vt:lpstr>Models of Interaction</vt:lpstr>
      <vt:lpstr>Why Models of Interaction?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of Design and Interaction Design</dc:title>
  <dc:creator>CSEJU</dc:creator>
  <cp:lastModifiedBy>Microsoft account</cp:lastModifiedBy>
  <cp:revision>7</cp:revision>
  <dcterms:created xsi:type="dcterms:W3CDTF">2023-12-07T05:02:11Z</dcterms:created>
  <dcterms:modified xsi:type="dcterms:W3CDTF">2025-01-19T06:40:13Z</dcterms:modified>
</cp:coreProperties>
</file>