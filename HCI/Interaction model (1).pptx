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B9DC8-F072-4C95-AB3D-68F5C2F54E7D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4CFB1-330B-4CD0-B945-149A85987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64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0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7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47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1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5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1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8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1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1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DF3C8-7CB6-4F4A-9D4B-787D73EBCD4B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FAB33-387E-4186-B158-36638BF1E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4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563403"/>
            <a:ext cx="7459116" cy="203863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in Multidisciplinary Field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0367"/>
            <a:ext cx="10515600" cy="428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9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Interaction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330" y="1825625"/>
            <a:ext cx="101953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93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Models of Interaction?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643" y="1825625"/>
            <a:ext cx="81067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4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302" y="365125"/>
            <a:ext cx="6268325" cy="136226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75968" y="2129370"/>
            <a:ext cx="7440063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6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003" y="718300"/>
            <a:ext cx="6011114" cy="619211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63809" y="1825625"/>
            <a:ext cx="92643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374" y="731520"/>
            <a:ext cx="7811590" cy="828791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3550" y="1825625"/>
            <a:ext cx="91049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6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571" y="674152"/>
            <a:ext cx="8059275" cy="114316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1583" y="1825625"/>
            <a:ext cx="102688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09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1390" y="3339214"/>
            <a:ext cx="604921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2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116" y="570642"/>
            <a:ext cx="8564170" cy="914528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9443" y="1825625"/>
            <a:ext cx="62731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82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069" y="766634"/>
            <a:ext cx="6839905" cy="924054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3670" y="1825625"/>
            <a:ext cx="77246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5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994" y="1825625"/>
            <a:ext cx="8168012" cy="43513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069" y="766634"/>
            <a:ext cx="6839905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49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244" y="665018"/>
            <a:ext cx="8316486" cy="819264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8979" y="1825625"/>
            <a:ext cx="77140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7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3575" y="1825625"/>
            <a:ext cx="8464849" cy="43513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92" y="704697"/>
            <a:ext cx="9050013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97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Working in Multidisciplinary Field</vt:lpstr>
      <vt:lpstr>Models of Interaction</vt:lpstr>
      <vt:lpstr>Why Models of Interaction?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CSEJU</dc:creator>
  <cp:lastModifiedBy>Microsoft account</cp:lastModifiedBy>
  <cp:revision>6</cp:revision>
  <cp:lastPrinted>2023-11-21T10:15:40Z</cp:lastPrinted>
  <dcterms:created xsi:type="dcterms:W3CDTF">2023-11-21T09:41:18Z</dcterms:created>
  <dcterms:modified xsi:type="dcterms:W3CDTF">2025-01-18T18:41:33Z</dcterms:modified>
</cp:coreProperties>
</file>